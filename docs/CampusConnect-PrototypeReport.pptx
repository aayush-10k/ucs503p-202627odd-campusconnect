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Syn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aayush-10k/ucs503p-202627odd-CampusConn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708323"/>
            <a:ext cx="3558491" cy="288727"/>
          </a:xfrm>
          <a:prstGeom prst="roundRect">
            <a:avLst>
              <a:gd name="adj" fmla="val 7902"/>
            </a:avLst>
          </a:prstGeom>
          <a:solidFill>
            <a:srgbClr val="0F004D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383971" y="765274"/>
            <a:ext cx="3940076" cy="17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UCS503 Software Engineering Project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69971" y="1069479"/>
            <a:ext cx="6223638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CampusConnect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5269971" y="1900436"/>
            <a:ext cx="6223638" cy="308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Verified Academic and Social Networking System</a:t>
            </a:r>
            <a:endParaRPr lang="en-US" sz="4850" dirty="0"/>
          </a:p>
        </p:txBody>
      </p:sp>
      <p:sp>
        <p:nvSpPr>
          <p:cNvPr id="7" name="Text 4"/>
          <p:cNvSpPr/>
          <p:nvPr/>
        </p:nvSpPr>
        <p:spPr>
          <a:xfrm>
            <a:off x="5269971" y="5258693"/>
            <a:ext cx="6223638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role-aware platform that connects campus communication, course materials, and AI content moderation in one place.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571302"/>
            <a:ext cx="1378808" cy="208260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8061FF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0336" y="612378"/>
            <a:ext cx="1823893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98086" y="817265"/>
            <a:ext cx="6223638" cy="806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Problem with Fragmented Campus Communication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8086" y="1765300"/>
            <a:ext cx="6223638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Informal tools like WhatsApp fall short on security, organization, and accountability in educational institutions.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241451"/>
            <a:ext cx="6223638" cy="9405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0450" y="2397621"/>
            <a:ext cx="583510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Identity Verification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30450" y="2655788"/>
            <a:ext cx="5835107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Without domain verification, outsiders can join groups, impersonate faculty, and share leaked papers with no accountability.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276302"/>
            <a:ext cx="6223638" cy="9405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0450" y="3432473"/>
            <a:ext cx="583510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Information Overload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930450" y="3690640"/>
            <a:ext cx="5835107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Course material, lab manuals, and updates get buried in chat threads with no structure or search capability.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311154"/>
            <a:ext cx="6223638" cy="9405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0450" y="4467324"/>
            <a:ext cx="583510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Role-Based Access Control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930450" y="4725491"/>
            <a:ext cx="5835107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Teachers end up sharing personal contacts, and students cannot tell official announcements apart from casual messages.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086" y="5346005"/>
            <a:ext cx="6223638" cy="9405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0450" y="5502176"/>
            <a:ext cx="583510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Governance or Moderation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930450" y="5760343"/>
            <a:ext cx="5835107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Institutions have no way to detect or act on harassment, hate speech, or academic dishonesty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13395"/>
            <a:ext cx="1489137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8061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7740" y="873224"/>
            <a:ext cx="185941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19628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Full-Stack System Design and Infrastructure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082105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Designed for type safety, relational integrity, real-time updates, and AI-assisted content safety.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8086" y="2625626"/>
            <a:ext cx="5298049" cy="1769368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7510" y="2825055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 and UI Layer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7510" y="3238004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Next.js 16 App Router , React 19 Server Components , TypeScript &amp; Tailwind CSS , Radix UI primitives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95560" y="2625626"/>
            <a:ext cx="5298049" cy="1769368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94985" y="2825055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94985" y="3238004"/>
            <a:ext cx="489920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PostgreSQL on Neon Cloud , Prisma 7 ORM , 14-table relational schema , 7 domain enums , cascade constraints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4594423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7510" y="479385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Media and Real-Time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7510" y="520680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Cloudinary CDN API , Socket.io WebSocket gateway , instant notifications &amp; live peer feeds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95560" y="4594423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94985" y="479385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Safety Engine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4985" y="520680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Google Gemini 2.5 Flash , post/comment ingestion pipelines , multi-tier sensitivity classification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740073"/>
            <a:ext cx="1044350" cy="293588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8061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3970" y="798016"/>
            <a:ext cx="142216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8086" y="1108472"/>
            <a:ext cx="10795524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Features and Capabilities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698086" y="1957586"/>
            <a:ext cx="11405108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Four core modules creating a secure and interactive campus experience.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472531"/>
            <a:ext cx="1463539" cy="9044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8086" y="3610967"/>
            <a:ext cx="2523367" cy="568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Verified Auth and Token-Based Invites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98086" y="4291409"/>
            <a:ext cx="2523367" cy="182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NextAuth.js with bcrypt hashing. Admin invite tokens are signed, capped by usage, and auto-assign user roles.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405" y="2472531"/>
            <a:ext cx="1463539" cy="9044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5405" y="3610967"/>
            <a:ext cx="2523467" cy="568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Social Feed and Friend Network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3455405" y="4291409"/>
            <a:ext cx="2523467" cy="182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Paginated feed with threaded discussions, likes, and content reports. Includes bidirectional friend requests and peer suggestions.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823" y="2472531"/>
            <a:ext cx="1463539" cy="9044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2823" y="3610967"/>
            <a:ext cx="2523367" cy="568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Academic Groups and Collaboration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6212823" y="4291409"/>
            <a:ext cx="2523367" cy="182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Teachers create groups for subjects, batches, labs, and clubs with member directories and granular role management.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143" y="2472531"/>
            <a:ext cx="1463539" cy="90447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70143" y="3610967"/>
            <a:ext cx="2523467" cy="568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Course Materials and PDF Preview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970143" y="4291409"/>
            <a:ext cx="2523467" cy="1522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Materials organized into folders: Lectures, Assignments, Lab Notes, Syllabus. Built-in PDF viewer, no download needed.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66142"/>
            <a:ext cx="865761" cy="250924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8061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97103" y="615652"/>
            <a:ext cx="1277310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8086" y="871736"/>
            <a:ext cx="10795524" cy="97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We Built and What Comes Next</a:t>
            </a:r>
            <a:endParaRPr lang="en-US" sz="3050" dirty="0"/>
          </a:p>
        </p:txBody>
      </p:sp>
      <p:sp>
        <p:nvSpPr>
          <p:cNvPr id="5" name="Shape 3"/>
          <p:cNvSpPr/>
          <p:nvPr/>
        </p:nvSpPr>
        <p:spPr>
          <a:xfrm>
            <a:off x="579125" y="2048669"/>
            <a:ext cx="5434174" cy="4243189"/>
          </a:xfrm>
          <a:prstGeom prst="roundRect">
            <a:avLst>
              <a:gd name="adj" fmla="val 584"/>
            </a:avLst>
          </a:prstGeom>
          <a:solidFill>
            <a:srgbClr val="8061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4221" y="2185392"/>
            <a:ext cx="510398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/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Implemented and Verified (Phases 0-5)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4221" y="2565003"/>
            <a:ext cx="5103982" cy="2607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Phases 0-1: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Full Prisma schema (14 models), Neon PostgreSQL setup, DB seeding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 2: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Prisma, NextAuth, Cloudinary, Gemini AI singletons and route middleware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 3: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Login, registration, email verification, token-based invite system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 4: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Dashboard, profiles, friend network, community feed, Gemini content flagging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 5: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Academic groups, member directory, materials hub, PDF previewer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4221" y="5326162"/>
            <a:ext cx="5103982" cy="811808"/>
          </a:xfrm>
          <a:prstGeom prst="roundRect">
            <a:avLst>
              <a:gd name="adj" fmla="val 3052"/>
            </a:avLst>
          </a:prstGeom>
          <a:solidFill>
            <a:srgbClr val="183A13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317" y="5537498"/>
            <a:ext cx="206469" cy="1651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882" y="5490468"/>
            <a:ext cx="44022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test suite passing. Zero TypeScript errors. Production build verified.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3706" y="2185392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/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Up Next (Phases 6-10)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03706" y="2565003"/>
            <a:ext cx="5196254" cy="2607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 6: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Interactive academic calendar with color-coded lecture, lab, and exam filters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 7: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Real-time 1-on-1 chat with live typing indicators via WebSocket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 8: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Admin dashboard for user management, join policies, and moderation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 9: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Dynamic Gemini sensitivity tuning and violation reporting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Phase 10:</a:t>
            </a:r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Vercel Edge deployment, DB indexing, and GitHub Actions CI/CD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10791"/>
            <a:ext cx="700169" cy="255587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8061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98989" y="661194"/>
            <a:ext cx="1107948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Impact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923131"/>
            <a:ext cx="10795524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Value Delivered to Each Stakeholder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98086" y="1631255"/>
            <a:ext cx="3503823" cy="1661815"/>
          </a:xfrm>
          <a:prstGeom prst="roundRect">
            <a:avLst>
              <a:gd name="adj" fmla="val 1519"/>
            </a:avLst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6356" y="1799530"/>
            <a:ext cx="31672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Students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6356" y="2132211"/>
            <a:ext cx="3167281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place to access course material, connect with batchmates, and never miss a deadline.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887" y="1631255"/>
            <a:ext cx="3503823" cy="1661815"/>
          </a:xfrm>
          <a:prstGeom prst="roundRect">
            <a:avLst>
              <a:gd name="adj" fmla="val 1519"/>
            </a:avLst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12157" y="1799530"/>
            <a:ext cx="31672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Faculty and Educators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12157" y="2132211"/>
            <a:ext cx="3167281" cy="992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dedicated space to share course material and communicate without mixing work with personal contact details.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89688" y="1631255"/>
            <a:ext cx="3503823" cy="1661815"/>
          </a:xfrm>
          <a:prstGeom prst="roundRect">
            <a:avLst>
              <a:gd name="adj" fmla="val 1519"/>
            </a:avLst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57958" y="1799530"/>
            <a:ext cx="31672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Institution Administration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57958" y="2132211"/>
            <a:ext cx="3167281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 access control, automated content moderation, and reduced manual administrative work.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8086" y="3536950"/>
            <a:ext cx="3480110" cy="555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100%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698086" y="4282976"/>
            <a:ext cx="3480110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Type-Safe Codebase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98086" y="4615656"/>
            <a:ext cx="3480110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Strict TypeScript, route guards, and sub-second page loads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55693" y="3536950"/>
            <a:ext cx="3480209" cy="555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14</a:t>
            </a:r>
            <a:endParaRPr lang="en-US" sz="4350" dirty="0"/>
          </a:p>
        </p:txBody>
      </p:sp>
      <p:sp>
        <p:nvSpPr>
          <p:cNvPr id="18" name="Text 16"/>
          <p:cNvSpPr/>
          <p:nvPr/>
        </p:nvSpPr>
        <p:spPr>
          <a:xfrm>
            <a:off x="4355693" y="4282976"/>
            <a:ext cx="348020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DB Models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355693" y="4615656"/>
            <a:ext cx="3480209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Relational schema with cascade constraints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13400" y="3536950"/>
            <a:ext cx="3480209" cy="555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0</a:t>
            </a:r>
            <a:endParaRPr lang="en-US" sz="4350" dirty="0"/>
          </a:p>
        </p:txBody>
      </p:sp>
      <p:sp>
        <p:nvSpPr>
          <p:cNvPr id="21" name="Text 19"/>
          <p:cNvSpPr/>
          <p:nvPr/>
        </p:nvSpPr>
        <p:spPr>
          <a:xfrm>
            <a:off x="8013400" y="4282976"/>
            <a:ext cx="348020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TS Errors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013400" y="4615656"/>
            <a:ext cx="3480209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Production build fully validated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492" y="5431433"/>
            <a:ext cx="11152702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Ready for Live Demo and Code Walkthrough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8086" y="5271691"/>
            <a:ext cx="19050" cy="567630"/>
          </a:xfrm>
          <a:prstGeom prst="roundRect">
            <a:avLst>
              <a:gd name="adj" fmla="val 49999"/>
            </a:avLst>
          </a:prstGeom>
          <a:solidFill>
            <a:srgbClr val="8061F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98086" y="5999063"/>
            <a:ext cx="11405108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Repository: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1300" b="1" u="sng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github.com/aayush-10k/ucs503p-202627odd-CampusConnect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061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2026-09-13T22:00:16Z</dcterms:created>
  <dcterms:modified xsi:type="dcterms:W3CDTF">2026-09-13T22:00:16Z</dcterms:modified>
</cp:coreProperties>
</file>